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4/14/2025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US" dirty="0"/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3632E-B764-E6E9-591E-D56D2F4DDD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ACCF1-DD6B-A346-8BDD-1AA8C9F88AA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B16AC-CB32-8E7F-1775-486A9EA1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56"/>
            <a:ext cx="12192000" cy="68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0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B3DC-DB37-77B5-C31A-D0AF3302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9BCE3360-8A56-9AA1-3659-00DE752166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1037F3-4D33-5A82-3DC7-B1110D68B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US" dirty="0"/>
              <a:t>Purchasing </a:t>
            </a:r>
            <a:r>
              <a:rPr lang="en-US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1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244391-2104-9983-3E48-893E45B5FE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BBE6E-67A3-B27B-25D9-2BAE26154D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420B7-8523-D437-275E-6A25EE36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307"/>
            <a:ext cx="12192000" cy="68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4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F921-6365-F169-4A61-8D515810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F0BCE3A4-F51E-EFFA-732F-3718D3D0BB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DB4080-AB18-7F88-60A0-72ACDA070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6936" y="2811053"/>
            <a:ext cx="9275064" cy="1261295"/>
          </a:xfrm>
        </p:spPr>
        <p:txBody>
          <a:bodyPr/>
          <a:lstStyle/>
          <a:p>
            <a:r>
              <a:rPr lang="en-US" dirty="0"/>
              <a:t>Marketing Campaign Analysis</a:t>
            </a:r>
          </a:p>
        </p:txBody>
      </p:sp>
    </p:spTree>
    <p:extLst>
      <p:ext uri="{BB962C8B-B14F-4D97-AF65-F5344CB8AC3E}">
        <p14:creationId xmlns:p14="http://schemas.microsoft.com/office/powerpoint/2010/main" val="425611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E706F7-015C-6885-9268-5B59FD4F19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69A9A-6299-2E06-C885-7B06B1EE37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ED36A-2B6E-D3EE-4223-92A3477BA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77"/>
            <a:ext cx="12192000" cy="688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3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96EA-319D-47BB-E2D0-93C06809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6ABC485-E081-40AD-A231-B4948A0F0A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265B58-F6A6-601E-81EB-3CC86666F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8184" y="2811053"/>
            <a:ext cx="8433816" cy="1261295"/>
          </a:xfrm>
        </p:spPr>
        <p:txBody>
          <a:bodyPr/>
          <a:lstStyle/>
          <a:p>
            <a:r>
              <a:rPr lang="en-US" dirty="0"/>
              <a:t>Sales Dashboard</a:t>
            </a:r>
          </a:p>
        </p:txBody>
      </p:sp>
    </p:spTree>
    <p:extLst>
      <p:ext uri="{BB962C8B-B14F-4D97-AF65-F5344CB8AC3E}">
        <p14:creationId xmlns:p14="http://schemas.microsoft.com/office/powerpoint/2010/main" val="1323323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FCA186-C52F-2F4D-E766-4E3AC904E5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3D2F23-63A7-E898-75AD-6A3F039F239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8A07A-F241-1CE5-8670-4A618E07A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66"/>
            <a:ext cx="12192000" cy="68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3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A893-B709-CC7A-C270-CCC05809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DF841374-216D-1C18-C19B-2283BDA0F3E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8AC997-8A5B-78BD-F3BD-9A4EB6293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632" y="2811053"/>
            <a:ext cx="9421368" cy="1261295"/>
          </a:xfrm>
        </p:spPr>
        <p:txBody>
          <a:bodyPr/>
          <a:lstStyle/>
          <a:p>
            <a:r>
              <a:rPr lang="en-US" dirty="0"/>
              <a:t>Shipment and Orders Analysis</a:t>
            </a:r>
          </a:p>
        </p:txBody>
      </p:sp>
    </p:spTree>
    <p:extLst>
      <p:ext uri="{BB962C8B-B14F-4D97-AF65-F5344CB8AC3E}">
        <p14:creationId xmlns:p14="http://schemas.microsoft.com/office/powerpoint/2010/main" val="2715910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9DF8BE-5439-1F42-04F9-2CE6671E90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B3A09A-57E4-6321-852C-CB01504575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64EA2-EAC8-F578-CEF5-7DC20EFD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915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245E38-7A2C-4D38-96FA-24EAC5F22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11</TotalTime>
  <Words>33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Candara</vt:lpstr>
      <vt:lpstr>Corbel</vt:lpstr>
      <vt:lpstr>Times New Roman</vt:lpstr>
      <vt:lpstr>Custom</vt:lpstr>
      <vt:lpstr>Customer Overview</vt:lpstr>
      <vt:lpstr>PowerPoint Presentation</vt:lpstr>
      <vt:lpstr>Purchasing Behaviour</vt:lpstr>
      <vt:lpstr>PowerPoint Presentation</vt:lpstr>
      <vt:lpstr>Marketing Campaign Analysis</vt:lpstr>
      <vt:lpstr>PowerPoint Presentation</vt:lpstr>
      <vt:lpstr>Sales Dashboard</vt:lpstr>
      <vt:lpstr>PowerPoint Presentation</vt:lpstr>
      <vt:lpstr>Shipment and Orders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 c</dc:creator>
  <cp:lastModifiedBy>sahi c</cp:lastModifiedBy>
  <cp:revision>1</cp:revision>
  <dcterms:created xsi:type="dcterms:W3CDTF">2025-04-14T01:45:36Z</dcterms:created>
  <dcterms:modified xsi:type="dcterms:W3CDTF">2025-04-14T01:56:57Z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